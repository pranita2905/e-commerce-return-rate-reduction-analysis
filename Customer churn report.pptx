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26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60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66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3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23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7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9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4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56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17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5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9704" y="1995816"/>
            <a:ext cx="7531510" cy="305771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 in Telecom Industry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Pranita Mothe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Data Analyst Intern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Python, SQL, Machine Learning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104103"/>
            <a:ext cx="7376044" cy="3362243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face high customer churn and losing customers leads to revenue loss.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identify: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customers leave, Which customers are at risk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ADDB14-ED2E-1511-EF66-A7708C9B9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163097"/>
            <a:ext cx="7405541" cy="3303249"/>
          </a:xfrm>
        </p:spPr>
        <p:txBody>
          <a:bodyPr/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a customer will churn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influencing churn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based on behavior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business recommendations 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280076-B804-8855-9776-EE36E93BF7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0975" y="2211556"/>
            <a:ext cx="45148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Telecom Customer Churn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~7000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Tenure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Churn (Yes/No)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6EE546-29D1-CDB3-EF60-DC17BB3D31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771" y="2084499"/>
            <a:ext cx="5487400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numeric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Dropped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(irrelevant feature)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variables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363819-4F93-A2BD-D0A6-F0B3086614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928" y="2165540"/>
            <a:ext cx="6845144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high monthly charges churn more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low tenure are more likely to churn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impacts churn significantly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Random Forest Classifier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80-20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good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8990FF-25FC-B0FF-6220-0B211E866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9130" y="1900610"/>
            <a:ext cx="5788764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using: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shows good prediction performance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9DAA7D-40B1-37EF-BA9A-C8CCD002DC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491" y="1991581"/>
            <a:ext cx="5025991" cy="1421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🔴 At Risk Customers → Likely to churn </a:t>
            </a: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🟢 Loyal Customers → Long-term users </a:t>
            </a: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🟡 New Customers → Low tenure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discounts to at-risk customers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support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loyalty rewards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plans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1B39EF-45B8-7371-59B6-F43D9065F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491" y="1962996"/>
            <a:ext cx="5631670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churn prediction model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churn factors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Provided actionable insights for business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6C10A4-972D-EB68-BB73-24EA05AA33A6}"/>
              </a:ext>
            </a:extLst>
          </p:cNvPr>
          <p:cNvSpPr txBox="1"/>
          <p:nvPr/>
        </p:nvSpPr>
        <p:spPr>
          <a:xfrm>
            <a:off x="2723535" y="1907459"/>
            <a:ext cx="4178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1853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</TotalTime>
  <Words>244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Gallery</vt:lpstr>
      <vt:lpstr>Customer Churn Analysis</vt:lpstr>
      <vt:lpstr>Problem Statement</vt:lpstr>
      <vt:lpstr>Objectives</vt:lpstr>
      <vt:lpstr>Dataset Overview</vt:lpstr>
      <vt:lpstr>Data Preprocessing</vt:lpstr>
      <vt:lpstr>Exploratory Data Analysis</vt:lpstr>
      <vt:lpstr>Model Building</vt:lpstr>
      <vt:lpstr>Model Evaluation</vt:lpstr>
      <vt:lpstr>Feature Importance</vt:lpstr>
      <vt:lpstr>Customer Segmentation</vt:lpstr>
      <vt:lpstr>Business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Pranita Mothe</cp:lastModifiedBy>
  <cp:revision>2</cp:revision>
  <dcterms:created xsi:type="dcterms:W3CDTF">2013-01-27T09:14:16Z</dcterms:created>
  <dcterms:modified xsi:type="dcterms:W3CDTF">2026-03-24T08:02:16Z</dcterms:modified>
  <cp:category/>
</cp:coreProperties>
</file>